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62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A6FBE-151D-3575-088C-FECAA8963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ssdfsdfsdf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BD6157-D199-5C0E-140D-E2CA2E1AFD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/>
              <a:t>sfsdfsdfsd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4862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ssdfsdfsdf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Basavraj Shekharappa Hadpad</cp:lastModifiedBy>
  <cp:revision>1</cp:revision>
  <dcterms:created xsi:type="dcterms:W3CDTF">2006-08-16T00:00:00Z</dcterms:created>
  <dcterms:modified xsi:type="dcterms:W3CDTF">2026-05-12T10:16:26Z</dcterms:modified>
</cp:coreProperties>
</file>